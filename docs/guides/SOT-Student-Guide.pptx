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GUIDE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Student Portal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7947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B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Homework, payments, and settings — on your computer or your phone.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Transformation — Discipleship Training School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school website and sign in with your email and password.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22199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04825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your password?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25880" y="2359152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"Forgot password?" and we email you a link to make a new one.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474720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59359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41985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here from another system?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25880" y="3730752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account is ready. Click "Forgot password?" the first time, set a password, and you are in.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870448" y="2207133"/>
            <a:ext cx="5724144" cy="3632454"/>
          </a:xfrm>
          <a:prstGeom prst="roundRect">
            <a:avLst>
              <a:gd name="adj" fmla="val 15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/Users/benjaminarp/Desktop/school-of-transformation/docs/guides/img/login-desk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280285"/>
            <a:ext cx="5577840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— your homework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sign in, you land on This Week. It shows everything due.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430018"/>
            <a:ext cx="5084064" cy="3232404"/>
          </a:xfrm>
          <a:prstGeom prst="roundRect">
            <a:avLst>
              <a:gd name="adj" fmla="val 169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Users/benjaminarp/Desktop/school-of-transformation/docs/guides/img/student-dashboard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03170"/>
            <a:ext cx="4937760" cy="30861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70448" y="1895270"/>
            <a:ext cx="2066544" cy="430190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1" descr="/Users/benjaminarp/Desktop/school-of-transformation/docs/guides/img/student-dashboard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68422"/>
            <a:ext cx="1920240" cy="415559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29600" y="2103120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2221992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15400" y="204825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8915400" y="2359152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much you have finished.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8229600" y="3474720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3593592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15400" y="341985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notes on top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8915400" y="3730752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show in blue.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finish each kind of homework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856232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682496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325880" y="1993392"/>
            <a:ext cx="10195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then tap the circle to check it off.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834640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95351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779776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325880" y="3090672"/>
            <a:ext cx="10195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right on the page, then check it off.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931920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05079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877056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questions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325880" y="4187952"/>
            <a:ext cx="10195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answer and press Save response. Saving checks it off for you.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5029200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5148072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5880" y="4974336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a mistake?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325880" y="5285232"/>
            <a:ext cx="10195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circle again to un-check it.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weeks — catch up any time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something? You can still do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22199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04825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past week is here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25880" y="2359152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week to see what you finished and what is left.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474720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59359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41985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is better than never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25880" y="3730752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still complete items — they are marked "Submitted late," and that is okay.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870448" y="2207133"/>
            <a:ext cx="5724144" cy="3632454"/>
          </a:xfrm>
          <a:prstGeom prst="roundRect">
            <a:avLst>
              <a:gd name="adj" fmla="val 15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/Users/benjaminarp/Desktop/school-of-transformation/docs/guides/img/student-history-desk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280285"/>
            <a:ext cx="5577840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— see your payments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Tuition tab shows where your payments stand.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064258"/>
            <a:ext cx="6181344" cy="3918204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Users/benjaminarp/Desktop/school-of-transformation/docs/guides/img/student-tuition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37410"/>
            <a:ext cx="6035040" cy="37719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40880" y="2011680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2130552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26680" y="195681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see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726680" y="2267712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Deposit, monthly payments made (out of 10), next payment date, and the final payment date.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040880" y="3337560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3456432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26680" y="328269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card?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7726680" y="3593592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"Update card on file."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7040880" y="4663440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52" y="4782312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726680" y="460857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or refunds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7726680" y="4919472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the school office — they handle those.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— your settings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name, email, or password. Pick light or dark mode.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064258"/>
            <a:ext cx="6181344" cy="3918204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Users/benjaminarp/Desktop/school-of-transformation/docs/guides/img/student-account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37410"/>
            <a:ext cx="6035040" cy="37719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40880" y="2103120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2221992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26680" y="204825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Dark, or System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726680" y="2359152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matches your device. Your choice is saved on this device.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040880" y="3474720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3593592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26680" y="341985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your email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7726680" y="3730752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send a confirming link to the new address first.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B9B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group leader, or email the school office.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B9B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homework emails arrive before each week starts.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Guide — SOT Portal</dc:title>
  <dc:subject>PptxGenJS Presentation</dc:subject>
  <dc:creator>PptxGenJS</dc:creator>
  <cp:lastModifiedBy>PptxGenJS</cp:lastModifiedBy>
  <cp:revision>1</cp:revision>
  <dcterms:created xsi:type="dcterms:W3CDTF">2026-07-06T06:02:23Z</dcterms:created>
  <dcterms:modified xsi:type="dcterms:W3CDTF">2026-07-06T06:02:23Z</dcterms:modified>
</cp:coreProperties>
</file>