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LEADER GUIDE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Your Group in the Portal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947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window into how your students are doing — so you can encourage them well.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Transformation — Discipleship Training School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see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your group only. A window, not a red pen.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your group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students assigned to you.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look, but nothing you do changes their work.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groups are hidden from you, and yours from them.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leader-home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on your students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241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 student to see their week-by-week progress.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95681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325880" y="226771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finished everything that week.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36499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319125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325880" y="350215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 is past due and something is missing.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4425696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 or late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325880" y="4736592"/>
            <a:ext cx="4251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item shows when it was done.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870448" y="2207133"/>
            <a:ext cx="5724144" cy="3632454"/>
          </a:xfrm>
          <a:prstGeom prst="roundRect">
            <a:avLst>
              <a:gd name="adj" fmla="val 15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3" descr="/Users/benjaminarp/Desktop/school-of-transformation/docs/guides/img/leader-students-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280285"/>
            <a:ext cx="5577840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it well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5623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25880" y="168249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before you meet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325880" y="1993392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check tells you who might need a nudge or a kind word.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92608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304495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287121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first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325880" y="3182112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is behind, reach out. Care works better than pressure.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4114800"/>
            <a:ext cx="475488" cy="475488"/>
          </a:xfrm>
          <a:prstGeom prst="ellipse">
            <a:avLst/>
          </a:prstGeom>
          <a:solidFill>
            <a:srgbClr val="50808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4233672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25880" y="4059936"/>
            <a:ext cx="10195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looks wrong?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325880" y="4370832"/>
            <a:ext cx="10195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student check they tapped the circle. Still wrong? Email the school office.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383280"/>
            <a:ext cx="9601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the school office any time.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B9B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leading — it matters.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Leader Guide — SOT Portal</dc:title>
  <dc:subject>PptxGenJS Presentation</dc:subject>
  <dc:creator>PptxGenJS</dc:creator>
  <cp:lastModifiedBy>PptxGenJS</cp:lastModifiedBy>
  <cp:revision>1</cp:revision>
  <dcterms:created xsi:type="dcterms:W3CDTF">2026-07-06T06:02:23Z</dcterms:created>
  <dcterms:modified xsi:type="dcterms:W3CDTF">2026-07-06T06:02:23Z</dcterms:modified>
</cp:coreProperties>
</file>