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School in the Portal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Curriculum, people, applications, money, and reports — one page per job.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Transformation — Discipleship Training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— build the year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weeks, then fill each week with homework.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week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Number, title, and a due date.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of homework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reading, book reading, video, and reflection questions.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protected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delete an item students already completed — edit it instead.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admin-curriculum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manage people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with an account, in one table.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019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282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filter, export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039112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list as a spreadsheet any time.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53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07238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986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person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209544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their info, change role, assign a group, or turn the account off.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239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428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69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"View as" a student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379976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they see. A banner reminds you while you do.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2943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4132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2395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 — two ways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5550408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 invite email, or create the account quietly (transfers). Transfers sign in with "Forgot password?".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/Users/benjaminarp/Desktop/school-of-transformation/docs/guides/img/admin-students-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the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moves through the same stages.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requested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0" y="18288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503920" y="18288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319272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314553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move things forward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325880" y="3456432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pastor submits, the application advances to Interview by itself.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2519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37083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419709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a reference needs a note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325880" y="4507992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"Move to interview without reference" asks why, and saves your answer.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" y="53035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422392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524865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is not enrolling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1325880" y="5559552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applicants pay their deposit first. They become students when you activate their year.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builder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application questions — no code needed.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019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282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kinds of questions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039112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answer, paragraph, yes/no, dropdown, checkboxes, notes, and section headers.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53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07238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986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reorder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209544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⠿ handle. Sections are the dark bars — each one is a step for applicants.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239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428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069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379976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can hide until an earlier answer matches — like a follow-up that only shows after a "Yes."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2943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4132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2395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first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25880" y="5550408"/>
            <a:ext cx="4251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form exactly as applicants will. Nothing in the preview is saved.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870448" y="1793153"/>
            <a:ext cx="5724144" cy="4460415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/Users/benjaminarp/Desktop/school-of-transformation/docs/guides/img/admin-form-builder-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866305"/>
            <a:ext cx="5577840" cy="4314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— the money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across the whole year, in one place.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cards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collected, what is still owed, and who needs attention.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billing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student's page to pause, resume, credit, cancel, or refund. Every action is recorded.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table for your spreadsheet.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admin-finances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homework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on track, who needs help.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 who is behind and the average completion rate.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week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student, one column per item — with reflection answers right in the table.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anyone fast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browser's Find (Cmd+F) to jump to a name.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70448" y="2202775"/>
            <a:ext cx="5724144" cy="3641169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admin-reports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75927"/>
            <a:ext cx="5577840" cy="3494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&amp; the weekly email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every dashboard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show at the top of each student’s This Week page.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email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next week’s homework to all enrolled students.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first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test to yourself to see how it looks. The portal warns you before sending twice in 5 days.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/Users/benjaminarp/Desktop/school-of-transformation/docs/guides/img/admin-announcements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school years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are the big levers. Use them carefully.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year &amp; set the window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window controls when people can apply.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 active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whole portal to that year — and enrolls accepted applicants who paid their deposit.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year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students to alumni at year end. There is a Reopen button if you clicked by mistake.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70448" y="1950029"/>
            <a:ext cx="5724144" cy="4146661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admin-settings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023181"/>
            <a:ext cx="5577840" cy="4000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 live in the docs/ folder of the project.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docs/uat.md has a checklist for testing every feature.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 Guide — SOT Portal</dc:title>
  <dc:subject>PptxGenJS Presentation</dc:subject>
  <dc:creator>PptxGenJS</dc:creator>
  <cp:lastModifiedBy>PptxGenJS</cp:lastModifiedBy>
  <cp:revision>1</cp:revision>
  <dcterms:created xsi:type="dcterms:W3CDTF">2026-07-06T06:02:23Z</dcterms:created>
  <dcterms:modified xsi:type="dcterms:W3CDTF">2026-07-06T06:02:23Z</dcterms:modified>
</cp:coreProperties>
</file>