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 the School of Transformation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apply, step by step. You can apply from a computer or your phone.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Transformation — Discipleship Training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school website and open the Apply page.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391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653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account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1762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email and pick a password. Write it down somewhere safe.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821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083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computer — both work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3192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fits your screen either way.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2062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251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1513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during the window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4622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applications are closed, the page will tell you when they open.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687568" y="2149983"/>
            <a:ext cx="5907024" cy="3746754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Users/benjaminarp/Desktop/school-of-transformation/docs/guides/img/apply-landing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223135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a few short steps. A bar at the top shows your progress.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019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282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039112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name, phone, and city first. Then answer each page of questions.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1576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346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60904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star = required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2971800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with a red star must be answered before you continue.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64845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7673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93592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answers save by themselves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3904488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"Saved automatically." Close the page any time — your work is safe.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458114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7000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526280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back and forth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25880" y="4837176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Back and Continue to move between steps. Nothing is lost.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55138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632704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458968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 Submit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325880" y="5769864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last step, press Submit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your pastor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submit, we ask for one reference from a pastor who knows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391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6537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three things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176272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pastor's name, email, and church.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821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0837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email your pastor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319272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get a short form. It takes them just a few minutes.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20624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251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15137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 can relax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462272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do anything else. We will move your application forward when the reference arrives.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your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you log in, your status page shows exactly where things stand.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78508"/>
            <a:ext cx="7095744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benjaminarp/Desktop/school-of-transformation/docs/guides/img/applicant-statu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166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82128" y="1575582"/>
            <a:ext cx="2340864" cy="4895557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Users/benjaminarp/Desktop/school-of-transformation/docs/guides/img/applicant-status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648734"/>
            <a:ext cx="2194560" cy="47492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64465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computer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955280" y="6446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stages mean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168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697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requested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waiting to hear from your pastor.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80560" y="21031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697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54880" y="3931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came in. We will reach out to set up a talk.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321040" y="21031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92640" y="2514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697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3474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595360" y="3931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in! Time to set up tuition.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accepted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status page will show one thing to do: set up tuition.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148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3063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month, 10 months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920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7FAFA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148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3063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the year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46227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428853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payment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325880" y="4599432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a trusted payment company, handles your card. We never see your card number.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5376672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25880" y="520293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stop by themselves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1325880" y="5513832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10th monthly payment, you are done. Your spot is saved once the deposit is 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school office — we are happy to help with any step.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log in any time to see your status.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Applying to the School of Transformation</dc:title>
  <dc:subject>PptxGenJS Presentation</dc:subject>
  <dc:creator>PptxGenJS</dc:creator>
  <cp:lastModifiedBy>PptxGenJS</cp:lastModifiedBy>
  <cp:revision>1</cp:revision>
  <dcterms:created xsi:type="dcterms:W3CDTF">2026-07-06T06:02:23Z</dcterms:created>
  <dcterms:modified xsi:type="dcterms:W3CDTF">2026-07-06T06:02:23Z</dcterms:modified>
</cp:coreProperties>
</file>